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3"/>
  </p:sld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 type="wide"/>
  <p:notesSz cx="6858000" cy="9144000"/>
  <p:defaultTextStyle>
    <a:defPPr>
      <a:defRPr lang="zh-CN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_rels/slide10.xml.rels><?xml version="1.0" encoding="UTF-8" standalone="yes"?><Relationships xmlns="http://schemas.openxmlformats.org/package/2006/relationships"/>
</file>

<file path=ppt/slides/_rels/slide11.xml.rels><?xml version="1.0" encoding="UTF-8" standalone="yes"?><Relationships xmlns="http://schemas.openxmlformats.org/package/2006/relationships"/>
</file>

<file path=ppt/slides/_rels/slide12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0000" y="36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400" b="1" dirty="0">
                <a:solidFill>
                  <a:srgbClr val="1F2937"/>
                </a:solidFill>
              </a:rPr>
              <a:t>AAFE Agent Runtime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00000" y="1400000"/>
            <a:ext cx="10200000" cy="4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让 AI Coding 从功能堆叠走向架构化落地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Universal Frontend Architecture Runtime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Project Memory + DDD + Design Pattern Advisor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分享时间：2026年6月17日 星期三 11:37:27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900000" y="6400000"/>
            <a:ext cx="10200000" cy="2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zh-CN" sz="1200" dirty="0">
                <a:solidFill>
                  <a:srgbClr val="6B7280"/>
                </a:solidFill>
              </a:rPr>
              <a:t>1 / 12 · @aafe/agent-runtime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0000" y="36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400" b="1" dirty="0">
                <a:solidFill>
                  <a:srgbClr val="1F2937"/>
                </a:solidFill>
              </a:rPr>
              <a:t>背景：复杂功能下 AI Coding 的问题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00000" y="1400000"/>
            <a:ext cx="10200000" cy="4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模型擅长局部逻辑实现，但不主动做架构设计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复杂需求容易变成功能堆叠、组件肥大、状态混乱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缺少设计模式意识：Strategy / Command / State Machine / Adapter 等不会自然出现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每次任务重复扫源码，上下文浪费严重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失败经验不沉淀，下一次继续重复犯错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900000" y="6400000"/>
            <a:ext cx="10200000" cy="2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zh-CN" sz="1200" dirty="0">
                <a:solidFill>
                  <a:srgbClr val="6B7280"/>
                </a:solidFill>
              </a:rPr>
              <a:t>2 / 12 · @aafe/agent-runtime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0000" y="36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400" b="1" dirty="0">
                <a:solidFill>
                  <a:srgbClr val="1F2937"/>
                </a:solidFill>
              </a:rPr>
              <a:t>AAFE 的核心目标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00000" y="1400000"/>
            <a:ext cx="10200000" cy="4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让 AI 在写代码前先理解项目结构和历史决策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让复杂需求先经过 DDD、模块拆分和设计模式选择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让架构约束通过 Gate 进入执行链路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让成功经验沉淀为可复用 Memory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把 AI Coding 从“直接写代码”升级为“架构运行时”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900000" y="6400000"/>
            <a:ext cx="10200000" cy="2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zh-CN" sz="1200" dirty="0">
                <a:solidFill>
                  <a:srgbClr val="6B7280"/>
                </a:solidFill>
              </a:rPr>
              <a:t>3 / 12 · @aafe/agent-runtime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0000" y="36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400" b="1" dirty="0">
                <a:solidFill>
                  <a:srgbClr val="1F2937"/>
                </a:solidFill>
              </a:rPr>
              <a:t>架构化执行链路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00000" y="1400000"/>
            <a:ext cx="10200000" cy="4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Memory Recall：读取项目记忆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DDD Discovery：识别领域、上下文、聚合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Architecture Analysis：分析模块边界和影响范围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Pattern Selection：选择设计模式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Implementation Gate：确认实现计划和验证策略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Critique + Experience + Memory：审查、经验沉淀、记忆写入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900000" y="6400000"/>
            <a:ext cx="10200000" cy="2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zh-CN" sz="1200" dirty="0">
                <a:solidFill>
                  <a:srgbClr val="6B7280"/>
                </a:solidFill>
              </a:rPr>
              <a:t>4 / 12 · @aafe/agent-runtime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0000" y="36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400" b="1" dirty="0">
                <a:solidFill>
                  <a:srgbClr val="1F2937"/>
                </a:solidFill>
              </a:rPr>
              <a:t>项目内 Runtime 结构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00000" y="1400000"/>
            <a:ext cx="10200000" cy="4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.ai-agent/runtime：engine、router、gates、protocol、memory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.ai-agent/skills：架构、DDD、模式、批判、经验沉淀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.ai-agent/pipelines：feature、domain-feature、pattern-feature、graph-feature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.ai-agent/scenarios：complex、ddd、patterns、graph、workflow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.ai-agent/memory：设计、组件、约定、决策、经验、架构索引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900000" y="6400000"/>
            <a:ext cx="10200000" cy="2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zh-CN" sz="1200" dirty="0">
                <a:solidFill>
                  <a:srgbClr val="6B7280"/>
                </a:solidFill>
              </a:rPr>
              <a:t>5 / 12 · @aafe/agent-runtime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0000" y="36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400" b="1" dirty="0">
                <a:solidFill>
                  <a:srgbClr val="1F2937"/>
                </a:solidFill>
              </a:rPr>
              <a:t>架构设计能力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00000" y="1400000"/>
            <a:ext cx="10200000" cy="4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aafe analyze 生成项目架构定位文件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快速索引主要路由、页面组件、核心模块、设计文档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按 domain / application / infrastructure / presentation 拆分职责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复杂功能先拆边界，再进入实现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避免 AI 盲目读取大量源码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900000" y="6400000"/>
            <a:ext cx="10200000" cy="2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zh-CN" sz="1200" dirty="0">
                <a:solidFill>
                  <a:srgbClr val="6B7280"/>
                </a:solidFill>
              </a:rPr>
              <a:t>6 / 12 · @aafe/agent-runtime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0000" y="36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400" b="1" dirty="0">
                <a:solidFill>
                  <a:srgbClr val="1F2937"/>
                </a:solidFill>
              </a:rPr>
              <a:t>设计模式能力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00000" y="1400000"/>
            <a:ext cx="10200000" cy="4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pattern ask：生成设计模式访谈问题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pattern select：根据需求选择合适模式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支持 Strategy、Factory、Registry、State Machine、Command、Pipeline、Observer、Adapter、Composition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不同模块选择不同模式，拒绝一个全局模式解决所有问题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模式选择后进入 Pattern Gate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900000" y="6400000"/>
            <a:ext cx="10200000" cy="2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zh-CN" sz="1200" dirty="0">
                <a:solidFill>
                  <a:srgbClr val="6B7280"/>
                </a:solidFill>
              </a:rPr>
              <a:t>7 / 12 · @aafe/agent-runtime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0000" y="36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400" b="1" dirty="0">
                <a:solidFill>
                  <a:srgbClr val="1F2937"/>
                </a:solidFill>
              </a:rPr>
              <a:t>DDD 能力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00000" y="1400000"/>
            <a:ext cx="10200000" cy="4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识别 Ubiquitous Language、Subdomain、Bounded Context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设计 Aggregate Root、Entity、Value Object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识别 Repository、Domain Service、Domain Event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复杂业务先通过 DDD Gate，再进入架构和模式阶段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适合权限、多租户、工作流、复杂业务规则等场景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900000" y="6400000"/>
            <a:ext cx="10200000" cy="2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zh-CN" sz="1200" dirty="0">
                <a:solidFill>
                  <a:srgbClr val="6B7280"/>
                </a:solidFill>
              </a:rPr>
              <a:t>8 / 12 · @aafe/agent-runtime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0000" y="36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400" b="1" dirty="0">
                <a:solidFill>
                  <a:srgbClr val="1F2937"/>
                </a:solidFill>
              </a:rPr>
              <a:t>Gate：把架构约束变成执行条件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00000" y="1400000"/>
            <a:ext cx="10200000" cy="4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DDD Gate：必须有统一语言、限界上下文、聚合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Pattern Gate：必须有模式访谈和模式选择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Implementation Gate：必须有模块边界、影响范围、验证策略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Critique Gate：对实现方案进行批判审查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Gate 失败后阻止低质量实现继续堆叠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900000" y="6400000"/>
            <a:ext cx="10200000" cy="2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zh-CN" sz="1200" dirty="0">
                <a:solidFill>
                  <a:srgbClr val="6B7280"/>
                </a:solidFill>
              </a:rPr>
              <a:t>9 / 12 · @aafe/agent-runtime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0000" y="36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400" b="1" dirty="0">
                <a:solidFill>
                  <a:srgbClr val="1F2937"/>
                </a:solidFill>
              </a:rPr>
              <a:t>自我进化与经验沉淀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00000" y="1400000"/>
            <a:ext cx="10200000" cy="4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同一问题重复处理三次仍存在问题时触发经验沉淀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只记录最终成功思路、决策路径、适用边界和避免项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不记录完整试错过程和噪声信息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Memory 类型包含 design、component、convention、decision、experience、learning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下一次遇到类似问题时复用成功路径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900000" y="6400000"/>
            <a:ext cx="10200000" cy="2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zh-CN" sz="1200" dirty="0">
                <a:solidFill>
                  <a:srgbClr val="6B7280"/>
                </a:solidFill>
              </a:rPr>
              <a:t>10 / 12 · @aafe/agent-runtime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0000" y="36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400" b="1" dirty="0">
                <a:solidFill>
                  <a:srgbClr val="1F2937"/>
                </a:solidFill>
              </a:rPr>
              <a:t>分发方式：GitHub SKILLS vs npm CLI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00000" y="1400000"/>
            <a:ext cx="10200000" cy="4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GitHub SKILLS：给 Agent / AI 工具下载协作能力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npm CLI：给业务项目初始化 .ai-agent Runtime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aafe skills 只用于 Agent SKILLS 下载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aafe init/update/analyze/doctor 只用于项目内 Runtime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两条链路互不替代，避免配置污染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900000" y="6400000"/>
            <a:ext cx="10200000" cy="2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zh-CN" sz="1200" dirty="0">
                <a:solidFill>
                  <a:srgbClr val="6B7280"/>
                </a:solidFill>
              </a:rPr>
              <a:t>11 / 12 · @aafe/agent-runtime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0000" y="36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400" b="1" dirty="0">
                <a:solidFill>
                  <a:srgbClr val="1F2937"/>
                </a:solidFill>
              </a:rPr>
              <a:t>价值总结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00000" y="1400000"/>
            <a:ext cx="10200000" cy="4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从代码生成升级为架构执行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从一次性问答升级为项目记忆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从随机实现升级为设计模式选择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从功能堆叠升级为模块边界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从失败重试升级为经验沉淀</a:t>
            </a:r>
          </a:p>
          <a:p>
            <a:pPr marL="342900" indent="-171450">
              <a:buChar char="•"/>
              <a:defRPr sz="2200"/>
            </a:pPr>
            <a:r>
              <a:rPr lang="zh-CN" sz="2200" dirty="0">
                <a:solidFill>
                  <a:srgbClr val="111827"/>
                </a:solidFill>
              </a:rPr>
              <a:t>让 AI 能按项目架构持续交付复杂功能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900000" y="6400000"/>
            <a:ext cx="10200000" cy="2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zh-CN" sz="1200" dirty="0">
                <a:solidFill>
                  <a:srgbClr val="6B7280"/>
                </a:solidFill>
              </a:rPr>
              <a:t>12 / 12 · @aafe/agent-runtime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AFE">
  <a:themeElements>
    <a:clrScheme name="AAFE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10B981"/>
      </a:accent2>
      <a:accent3>
        <a:srgbClr val="F59E0B"/>
      </a:accent3>
      <a:accent4>
        <a:srgbClr val="EF4444"/>
      </a:accent4>
      <a:accent5>
        <a:srgbClr val="8B5CF6"/>
      </a:accent5>
      <a:accent6>
        <a:srgbClr val="06B6D4"/>
      </a:accent6>
      <a:hlink>
        <a:srgbClr val="2563EB"/>
      </a:hlink>
      <a:folHlink>
        <a:srgbClr val="7C3AED"/>
      </a:folHlink>
    </a:clrScheme>
    <a:fontScheme name="AAF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AAF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